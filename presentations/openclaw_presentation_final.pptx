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pic>
        <p:nvPicPr>
          <p:cNvPr id="3" name="Image 0" descr="images/slide1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5875"/>
            <a:ext cx="7680960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OPENCLAW: J.A.R.V.I.S.</a:t>
            </a:r>
            <a:endParaRPr lang="en-US" sz="7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 ЖЕЛЕЗНОГО ЧЕЛОВЕКА</a:t>
            </a:r>
            <a:endParaRPr lang="en-US" sz="7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ВАШЕМ НОУТБУКЕ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731520" y="2983230"/>
            <a:ext cx="64008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9A9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один ИИ-помощник заменяет пять сотрудников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A9A9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работает на ваш бизнес 24/7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1520" y="771525"/>
            <a:ext cx="2743200" cy="257175"/>
          </a:xfrm>
          <a:prstGeom prst="rect">
            <a:avLst/>
          </a:prstGeom>
          <a:solidFill>
            <a:srgbClr val="0A0A0A">
              <a:alpha val="20000"/>
            </a:srgbClr>
          </a:solidFill>
          <a:ln w="12700">
            <a:solidFill>
              <a:srgbClr val="9747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ASSISTANT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pic>
        <p:nvPicPr>
          <p:cNvPr id="3" name="Image 0" descr="images/slide2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722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СОДЕРЖАНИЕ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285875"/>
            <a:ext cx="7315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645920" y="128587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Эволюция: от чат-ботов к J.A.R.V.I.S.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697355"/>
            <a:ext cx="7315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645920" y="169735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автономный агент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1520" y="2108835"/>
            <a:ext cx="7315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03.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1645920" y="210883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зоны применения для любого бизнеса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31520" y="2520315"/>
            <a:ext cx="7315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04.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645920" y="252031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проекта, который работает без людей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31520" y="2931795"/>
            <a:ext cx="7315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05.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1645920" y="293179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внедрить у себя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pic>
        <p:nvPicPr>
          <p:cNvPr id="3" name="Image 0" descr="images/slide3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722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ЭВОЛЮЦИЯ: ОТ ЧАТ-БОТОВ К J.A.R.V.I.S.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Эволюция ИИ за последний год: от инструмента к самостоятельному сотруднику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ДИАЛОГ С ИИ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Отправляете вопрос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отвечает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Стандартный диалог с ChatGPT.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pic>
        <p:nvPicPr>
          <p:cNvPr id="3" name="Image 0" descr="images/slide4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722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ЭВОЛЮЦИЯ: ОТ ЧАТ-БОТОВ К J.A.R.V.I.S.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Эволюция ИИ за последний год: от инструмента к самостоятельному сотруднику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ИИ-АГЕНТ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Создаете процесс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выполняет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Связка: n8n + ChatGPT + Telegram-бот + Google-таблицы.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pic>
        <p:nvPicPr>
          <p:cNvPr id="3" name="Image 0" descr="images/slide5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722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ЭВОЛЮЦИЯ: ОТ ЧАТ-БОТОВ К J.A.R.V.I.S.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Эволюция ИИ за последний год: от инструмента к самостоятельному сотруднику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АВТОНОМНЫЙ ИИ-АГЕНТ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Ставите цель 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делает всё сам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Первым таким решением стал продукт OpenClaw на базе открытого программного кода.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pic>
        <p:nvPicPr>
          <p:cNvPr id="3" name="Image 0" descr="images/slide6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722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АВТОНОМНЫЙ АГЕНТ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Автономный агент — это система на базе ИИ, которая сама создает агентов, способных выполнять поставленные задачи и достигать результатов в рамках общей более глобальной цели.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АВТОНОМНЫЙ ИИ-АГЕНТ МОЖЕТ ПОЛУЧИТЬ ДОСТУП: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файлам на вашем компьютере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банковским картам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криптовалютным кошелькам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социальным сетям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мессенджерам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различным онлайн-сервисам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другим ИИ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начать решать множество задач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pic>
        <p:nvPicPr>
          <p:cNvPr id="3" name="Image 0" descr="images/slide7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722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 ЧЕГО СОСТОИТ АВТОНОМНЫЙ АГЕНТ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ГЛАВНЫЙ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АГЕНТ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Мозг системы.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Понимает проект и задачи, проводит анализ и принимает решения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ПОМОЩНИКИ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Создает нужных сотрудников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 каждую задачу: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копирайтер, аналитик, маркетолог, разработчик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НАВЫКИ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Подключает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Telegram, соцсети, почту, сайт, таблицы, серверы, ИИ-сервисы, использует файлы на компьютере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РАСПИСАНИЕ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Работает по графику.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День и ночь.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перерывов.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напоминаний.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Автономный агент — это по сути руководитель проекта, который сам создает сотрудников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распределяет работу между ними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pic>
        <p:nvPicPr>
          <p:cNvPr id="3" name="Image 0" descr="images/slide8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722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ПОМЕНЯЛИСЬ ПРАВИЛА ИГРЫ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 ПОСЛЕДНИЕ 3 МЕСЯЦА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РАНЬШЕ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ИИ ждал вашей команды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И отвечал на вопросы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Вы работали и он помогал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СЕЙЧАС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ИИ действует сам по расписанию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Имеет доступ к вашим приложениям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Вы ставите цель и он выполняет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Ключевое: появились «всегда включенные» агенты (Always-on Agents)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Это подтверждают сразу несколько продуктов: OpenClaw, Manus и другие.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Это не хайп одного стартапа — это новый индустриальный тренд.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Эта гонка только началась.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pic>
        <p:nvPicPr>
          <p:cNvPr id="3" name="Image 0" descr="images/slide9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722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ЗОНЫ ПРИМЕНЕНИЯ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ЛЮБОГО БИЗНЕСА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КОНТЕНТ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ПРОДВИЖЕНИЕ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Соцсети, SEO,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комментинг, реклама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БИЗНЕС-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АССИСТЕНТ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Билеты, отели,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календарь, рассылки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СОТРУДНИКИ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Разработка, аналитика,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дашборды, сложные задачи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pic>
        <p:nvPicPr>
          <p:cNvPr id="3" name="Image 0" descr="images/slide10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722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ИИ-ВИЗАЦИЯ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ЗОНА 1: КОНТЕНТ И ПРОДВИЖЕНИЕ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ПОЛНОМ АВТОПИЛОТЕ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Автоматическое ведение Telegram-каналов: 6-8 постов в день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SEO-статьи на сайт: пишутся и публикуются автоматически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Twitter/X: комментинг, поиск аудитории, наращивание подписчиков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Копирайтер: пересылаете новость и получаете готовые посты для всех каналов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Реклама: подбор каналов, создание текстов, запуск кампаний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Кейс: полностью автоматизированный контент-маркетолог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pic>
        <p:nvPicPr>
          <p:cNvPr id="3" name="Image 0" descr="images/slide11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722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ИИ-ВИЗАЦИЯ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ЗОНА 2: ЛИЧНЫЙ БИЗНЕС-АССИСТЕНТ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Покупка билетов и бронирование отелей, заказ такси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календарём и задачами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Рассылки по сотрудникам и партнёрам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Напоминания о встречах и дедлайнах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информации и подготовка справок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Всё работает через Telegram: голосом или текстом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pic>
        <p:nvPicPr>
          <p:cNvPr id="3" name="Image 0" descr="images/slide12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722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ИИ-ВИЗАЦИЯ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ЗОНА 3: ИИ-СОТРУДНИКИ НА СЛОЖНЫХ ЗАДАЧАХ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сайтов и лендингов, их улучшение и продвижение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Разработка дашбордов и аналитики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Подключение к биржам, рекламным кабинетам, CRM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Автоматическое обновление на вашем домене через управление сервером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Подключение Google Analytics для отслеживания результатов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уже полноценный бизнес-партнер, а не просто "создай мне картинку".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pic>
        <p:nvPicPr>
          <p:cNvPr id="3" name="Image 0" descr="images/slide13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722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ИИ-ВИЗАЦИЯ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 КАК ЭТО ПРИМЕНИТЬ У СЕБЯ?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ИНТЕРНЕТ-МАГАЗИН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Автопосты с товарами,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обзоры, отзывы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EVENT-АГЕНТСТВО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Анонсы мероприятий,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отчёты, сторис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ОБРАЗОВАНИЕ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Контент-план,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рассылки по базе, соцсети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НЕДВИЖИМОСТЬ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Объявления, ответы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запросы, подборки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САЛОН КРАСОТЫ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Напоминания клиентам,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акции, отзывы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pic>
        <p:nvPicPr>
          <p:cNvPr id="3" name="Image 0" descr="images/slide14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722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ИИ-ВИЗАЦИЯ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ОПАСНО?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МОЖНО ПОДКЛЮЧАТЬ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Отдельный компьютер/сервер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Рабочая карта с лимитом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Отдельный Telegram-аккаунт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Субаккаунты без вывода средств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ПОДКЛЮЧАТЬ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Личная почта и аккаунты в соцсетях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Основной банковский счёт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Криптокошельки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Личный компьютер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 простое: «Что не жалко потерять, то можно доверить автономному агенту»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pic>
        <p:nvPicPr>
          <p:cNvPr id="3" name="Image 0" descr="images/slide15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722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ИИ-ВИЗАЦИЯ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ПРОЕКТА, КОТОРЫЙ РАБОТАЕТ БЕЗ ЛЮДЕЙ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 и ENG сайты с SEO-статьями, которые пишутся автоматически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 и ENG Telegram-каналы ведутся на автопилоте: 6-8 постов/день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Twitter: 295 активностей в сутки без участия человека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Торговля на бирже: 5 сделок в день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Реклама в Telegram: запускается, тестируется и оптимизируется автоматически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Дашборд аналитики: собирает все данные в одном месте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АВТОНОМНЫЙ ИИ-КРИПТО-ИНФЛЮЕНСЕР — это реальный проект ко-фаундера «ИИ-ВИЗАЦИИ»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pic>
        <p:nvPicPr>
          <p:cNvPr id="3" name="Image 0" descr="images/slide16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17220"/>
            <a:ext cx="76809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ИИ-ВИЗАЦИЯ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1285875"/>
            <a:ext cx="768096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ПРОЕКТА, КОТОРЫЙ РАБОТАЕТ БЕЗ ЛЮДЕЙ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 сами ведёте соцсети или платите SMM-щику, который делает «так себе»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 сами пишете посты, отвечаете на сообщения, проверяете аналитику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вас нет времени на стратегию, потому что тонете в рутине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Нанять ассистента — дорого. Нанять пятерых — нереально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ЗНАКОМЫЕ ЗАДАЧИ?</a:t>
            </a: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endParaRPr lang="en-US" sz="24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Всё это уже можно передать одному автономному агенту!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2026-02-18T07:58:12Z</dcterms:created>
  <dcterms:modified xsi:type="dcterms:W3CDTF">2026-02-18T07:58:12Z</dcterms:modified>
</cp:coreProperties>
</file>