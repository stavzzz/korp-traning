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0"/>
            <a:ext cx="27432" cy="1028700"/>
          </a:xfrm>
          <a:prstGeom prst="rect">
            <a:avLst/>
          </a:prstGeom>
          <a:solidFill>
            <a:srgbClr val="9747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71525"/>
            <a:ext cx="3200400" cy="308610"/>
          </a:xfrm>
          <a:prstGeom prst="rect">
            <a:avLst/>
          </a:prstGeom>
          <a:solidFill>
            <a:srgbClr val="0A0A0A">
              <a:alpha val="80000"/>
            </a:srgbClr>
          </a:solidFill>
          <a:ln w="12700">
            <a:solidFill>
              <a:srgbClr val="9747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ASSISTANT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1800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OPENCLAW: </a:t>
            </a:r>
            <a:endParaRPr lang="en-US" sz="7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72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J.A.R.V.I.S.</a:t>
            </a:r>
            <a:endParaRPr lang="en-US" sz="7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 ЖЕЛЕЗНОГО ЧЕЛОВЕКА</a:t>
            </a:r>
            <a:endParaRPr lang="en-US" sz="7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ВАШЕМ НОУТБУКЕ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3188970"/>
            <a:ext cx="64008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2800" dirty="0">
                <a:solidFill>
                  <a:srgbClr val="A9A9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один ИИ-помощник заменяет пять сотрудников</a:t>
            </a:r>
            <a:endParaRPr lang="en-US" sz="28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800" dirty="0">
                <a:solidFill>
                  <a:srgbClr val="A9A9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работает на ваш бизнес 24/7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4526280"/>
            <a:ext cx="6400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526280"/>
            <a:ext cx="914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0"/>
            <a:ext cx="27432" cy="1028700"/>
          </a:xfrm>
          <a:prstGeom prst="rect">
            <a:avLst/>
          </a:prstGeom>
          <a:solidFill>
            <a:srgbClr val="9747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172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СОДЕРЖАНИЕ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285875"/>
            <a:ext cx="768096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Эволюция: от чат-ботов к J.A.R.V.I.S.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748790"/>
            <a:ext cx="768096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Что такое автономный агент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211705"/>
            <a:ext cx="768096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Три зоны применения для любого бизнеса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674620"/>
            <a:ext cx="768096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Пример проекта, который работает без людей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3137535"/>
            <a:ext cx="768096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Как внедрить у себя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4526280"/>
            <a:ext cx="6400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0" y="4526280"/>
            <a:ext cx="914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0"/>
            <a:ext cx="27432" cy="1028700"/>
          </a:xfrm>
          <a:prstGeom prst="rect">
            <a:avLst/>
          </a:prstGeom>
          <a:solidFill>
            <a:srgbClr val="9747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0" y="154305"/>
            <a:ext cx="22860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B78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ИИ-ВИЗАЦИЯ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514350"/>
            <a:ext cx="768096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40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ЭВОЛЮЦИЯ:</a:t>
            </a:r>
            <a:endParaRPr lang="en-US" sz="4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40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ЧАТ-БОТОВ К J.A.R.V.I.S.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768096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9A9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Эволюция ИИ за последний год: от инструмента к самостоятельному сотруднику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697355"/>
            <a:ext cx="3657600" cy="195453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51660"/>
            <a:ext cx="329184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ДИАЛОГ С ИИ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263140"/>
            <a:ext cx="329184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Отправляете вопрос</a:t>
            </a:r>
            <a:endParaRPr lang="en-US" sz="2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 отвечает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188970"/>
            <a:ext cx="329184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9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Стандартный диалог с ChatGPT.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697355"/>
            <a:ext cx="3657600" cy="195453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571750"/>
            <a:ext cx="329184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Screenshot: ChatGPT dialog 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526280"/>
            <a:ext cx="6400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0" y="4526280"/>
            <a:ext cx="914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0"/>
            <a:ext cx="27432" cy="1028700"/>
          </a:xfrm>
          <a:prstGeom prst="rect">
            <a:avLst/>
          </a:prstGeom>
          <a:solidFill>
            <a:srgbClr val="9747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0" y="154305"/>
            <a:ext cx="22860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B78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ИИ-ВИЗАЦИЯ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514350"/>
            <a:ext cx="768096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40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ЭВОЛЮЦИЯ:</a:t>
            </a:r>
            <a:endParaRPr lang="en-US" sz="4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40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ЧАТ-БОТОВ К J.A.R.V.I.S.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768096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9A9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Эволюция ИИ за последний год: от инструмента к самостоятельному сотруднику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697355"/>
            <a:ext cx="3657600" cy="195453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51660"/>
            <a:ext cx="329184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ИИ-АГЕНТ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263140"/>
            <a:ext cx="329184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Создаете процесс</a:t>
            </a:r>
            <a:endParaRPr lang="en-US" sz="2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 выполняет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18897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1600" i="1" dirty="0">
                <a:solidFill>
                  <a:srgbClr val="A9A9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Связка: n8n + ChatGPT +</a:t>
            </a:r>
            <a:endParaRPr lang="en-US" sz="16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1600" i="1" dirty="0">
                <a:solidFill>
                  <a:srgbClr val="A9A9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Telegram-бот + Google-таблицы.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697355"/>
            <a:ext cx="3657600" cy="195453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571750"/>
            <a:ext cx="329184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Screenshot: n8n workflow 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526280"/>
            <a:ext cx="6400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0" y="4526280"/>
            <a:ext cx="914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2026-02-18T08:23:38Z</dcterms:created>
  <dcterms:modified xsi:type="dcterms:W3CDTF">2026-02-18T08:23:38Z</dcterms:modified>
</cp:coreProperties>
</file>