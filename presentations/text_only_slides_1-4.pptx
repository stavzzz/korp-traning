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25830"/>
            <a:ext cx="3200400" cy="257175"/>
          </a:xfrm>
          <a:prstGeom prst="rect">
            <a:avLst/>
          </a:prstGeom>
          <a:solidFill>
            <a:srgbClr val="0A0A0A">
              <a:alpha val="80000"/>
            </a:srgbClr>
          </a:solidFill>
          <a:ln w="12700">
            <a:solidFill>
              <a:srgbClr val="9747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ASSISTANT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388745"/>
            <a:ext cx="7680960" cy="1285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OPENCLAW: J.A.R.V.I.S.</a:t>
            </a:r>
            <a:endParaRPr lang="en-US" sz="64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ИЗ ЖЕЛЕЗНОГО ЧЕЛОВЕКА</a:t>
            </a:r>
            <a:endParaRPr lang="en-US" sz="6400" dirty="0"/>
          </a:p>
          <a:p>
            <a:pPr indent="0" marL="0">
              <a:lnSpc>
                <a:spcPts val="1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ВАШЕМ НОУТБУКЕ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2983230"/>
            <a:ext cx="64008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26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один ИИ-помощник заменяет пять сотрудников</a:t>
            </a:r>
            <a:endParaRPr lang="en-US" sz="26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26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работает на ваш бизнес 24/7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4371975"/>
            <a:ext cx="76809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 |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71525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СОДЕРЖАНИЕ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440180"/>
            <a:ext cx="5486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463040" y="1440180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 от чат-ботов к J.A.R.V.I.S.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28813"/>
            <a:ext cx="5486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928813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такое автономный агент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417445"/>
            <a:ext cx="5486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63040" y="2417445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Три зоны применения для любого бизнеса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31520" y="2906077"/>
            <a:ext cx="5486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63040" y="2906077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Пример проекта, который работает без людей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3394710"/>
            <a:ext cx="5486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463040" y="3394710"/>
            <a:ext cx="694944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внедрить у себя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2057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17220"/>
            <a:ext cx="76809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 ОТ ЧАТ-БОТОВ К J.A.R.V.I.S.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080135"/>
            <a:ext cx="76809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1543050"/>
            <a:ext cx="7680960" cy="216027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4879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ДИАЛОГ С ИИ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21170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Отправляете вопрос → ИИ отвечает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08610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Стандартный диалог с ChatGPT.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0"/>
            <a:ext cx="27432" cy="102870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205740"/>
            <a:ext cx="18288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B7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ИИ-ВИЗАЦИЯ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617220"/>
            <a:ext cx="768096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ЭВОЛЮЦИЯ: ОТ ЧАТ-БОТОВ К J.A.R.V.I.S.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1080135"/>
            <a:ext cx="76809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Эволюция ИИ за последний год: от инструмента к самостоятельному сотруднику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1543050"/>
            <a:ext cx="7680960" cy="216027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4879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ИИ-АГЕНТ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221170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Создаете процесс → ИИ выполняет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3086100"/>
            <a:ext cx="73152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9A9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Связка: n8n + ChatGPT + Telegram-бот + Google-таблицы.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4526280"/>
            <a:ext cx="64008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Конференция «ИИ-визация» | Москва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526280"/>
            <a:ext cx="9144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74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2026-02-18T08:27:36Z</dcterms:created>
  <dcterms:modified xsi:type="dcterms:W3CDTF">2026-02-18T08:27:36Z</dcterms:modified>
</cp:coreProperties>
</file>