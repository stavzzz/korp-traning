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286000"/>
            <a:ext cx="12801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7200" b="1">
                <a:solidFill>
                  <a:srgbClr val="FFFFFF"/>
                </a:solidFill>
                <a:latin typeface="Inter"/>
              </a:defRPr>
            </a:pPr>
            <a:r>
              <a:t>OPENCLAW: J.A.R.V.I.S.</a:t>
            </a:r>
          </a:p>
          <a:p>
            <a:pPr>
              <a:lnSpc>
                <a:spcPct val="90000"/>
              </a:lnSpc>
              <a:defRPr sz="7200" b="1">
                <a:solidFill>
                  <a:srgbClr val="FFFFFF"/>
                </a:solidFill>
                <a:latin typeface="Inter"/>
              </a:defRPr>
            </a:pPr>
            <a:r>
              <a:t>ИЗ ЖЕЛЕЗНОГО ЧЕЛОВЕКА</a:t>
            </a:r>
          </a:p>
          <a:p>
            <a:pPr>
              <a:lnSpc>
                <a:spcPct val="90000"/>
              </a:lnSpc>
              <a:defRPr sz="7200" b="1">
                <a:solidFill>
                  <a:srgbClr val="FFFFFF"/>
                </a:solidFill>
                <a:latin typeface="Inter"/>
              </a:defRPr>
            </a:pPr>
            <a:r>
              <a:t>В ВАШЕМ НОУТБУКЕ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3035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A9A9B1"/>
                </a:solidFill>
                <a:latin typeface="Inter"/>
              </a:defRPr>
            </a:pPr>
            <a:r>
              <a:t>Как один ИИ-помощник заменяет пять сотрудников</a:t>
            </a:r>
          </a:p>
          <a:p>
            <a:pPr>
              <a:defRPr sz="2800">
                <a:solidFill>
                  <a:srgbClr val="A9A9B1"/>
                </a:solidFill>
                <a:latin typeface="Inter"/>
              </a:defRPr>
            </a:pPr>
            <a:r>
              <a:t>и работает на ваш бизнес 24/7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СОДЕРЖАНИЕ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747FF"/>
                </a:solidFill>
                <a:latin typeface="Inter"/>
              </a:defRPr>
            </a:pPr>
            <a: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Inter"/>
              </a:defRPr>
            </a:pPr>
            <a:r>
              <a:t>Эволюция: от чат-ботов к J.A.R.V.I.S.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747FF"/>
                </a:solidFill>
                <a:latin typeface="Inter"/>
              </a:defRPr>
            </a:pPr>
            <a: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017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Inter"/>
              </a:defRPr>
            </a:pPr>
            <a:r>
              <a:t>Что такое автономный агент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747FF"/>
                </a:solidFill>
                <a:latin typeface="Inter"/>
              </a:defRPr>
            </a:pPr>
            <a: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4903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Inter"/>
              </a:defRPr>
            </a:pPr>
            <a:r>
              <a:t>Три зоны применения для любого бизнеса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80559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747FF"/>
                </a:solidFill>
                <a:latin typeface="Inter"/>
              </a:defRPr>
            </a:pPr>
            <a: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48055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Inter"/>
              </a:defRPr>
            </a:pPr>
            <a:r>
              <a:t>Пример проекта, который работает без людей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12079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747FF"/>
                </a:solidFill>
                <a:latin typeface="Inter"/>
              </a:defRPr>
            </a:pPr>
            <a: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21207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Inter"/>
              </a:defRPr>
            </a:pPr>
            <a:r>
              <a:t>Как внедрить у себя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ЭВОЛЮЦИЯ: ОТ ЧАТ-БОТОВ К J.A.R.V.I.S.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Эволюция ИИ за последний год: от инструмента к самостоятельному сотруднику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ДИАЛОГ С ИИ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Отправляете вопрос</a:t>
            </a:r>
            <a:br/>
            <a:r>
              <a:t>→</a:t>
            </a:r>
            <a:br/>
            <a:r>
              <a:t>ИИ отвечает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Стандартный диалог с ChatGPT.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ЭВОЛЮЦИЯ: ОТ ЧАТ-БОТОВ К J.A.R.V.I.S.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Эволюция ИИ за последний год: от инструмента к самостоятельному сотруднику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ИИ-АГЕНТ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Создаете процесс</a:t>
            </a:r>
            <a:br/>
            <a:r>
              <a:t>→</a:t>
            </a:r>
            <a:br/>
            <a:r>
              <a:t>ИИ выполняет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Связка: n8n + ChatGPT + Telegram-бот + Google-таблицы.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ЭВОЛЮЦИЯ: ОТ ЧАТ-БОТОВ К J.A.R.V.I.S.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Эволюция ИИ за последний год: от инструмента к самостоятельному сотруднику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АВТОНОМНЫЙ ИИ-АГЕНТ</a:t>
            </a:r>
            <a:br/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Ставите цель </a:t>
            </a:r>
            <a:br/>
            <a:br/>
            <a:r>
              <a:t>→</a:t>
            </a:r>
            <a:br/>
            <a:br/>
            <a:r>
              <a:t>ИИ делает всё сам</a:t>
            </a:r>
            <a:br/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Первым таким решением стал продукт OpenClaw на базе открытого программного кода.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ЧТО ТАКОЕ АВТОНОМНЫЙ АГЕНТ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Автономный агент — это система на базе ИИ, которая сама создает агентов, способных выполнять поставленные задачи и достигать результатов в рамках общей более глобальной цели.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АВТОНОМНЫЙ ИИ-АГЕНТ МОЖЕТ ПОЛУЧИТЬ ДОСТУП: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 файлам на вашем компьютере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 банковским картам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 криптовалютным кошелькам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 социальным сетям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 мессенджерам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 различным онлайн-сервисам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 другим ИИ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И начать решать множество задач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ИЗ ЧЕГО СОСТОИТ АВТОНОМНЫЙ АГЕНТ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ГЛАВНЫЙ</a:t>
            </a:r>
            <a:br/>
            <a:r>
              <a:t>АГЕНТ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Мозг системы.</a:t>
            </a:r>
            <a:br/>
            <a:r>
              <a:t>Понимает проект и задачи, проводит анализ и принимает решения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ПОМОЩНИКИ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Создает нужных сотрудников</a:t>
            </a:r>
            <a:br/>
            <a:r>
              <a:t>под каждую задачу:</a:t>
            </a:r>
            <a:br/>
            <a:r>
              <a:t>копирайтер, аналитик, маркетолог, разработчик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НАВЫКИ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Подключает</a:t>
            </a:r>
            <a:br/>
            <a:r>
              <a:t>Telegram, соцсети, почту, сайт, таблицы, серверы, ИИ-сервисы, использует файлы на компьютере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РАСПИСАНИЕ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Работает по графику.</a:t>
            </a:r>
            <a:br/>
            <a:r>
              <a:t>День и ночь.</a:t>
            </a:r>
            <a:br/>
            <a:r>
              <a:t>Без перерывов.</a:t>
            </a:r>
            <a:br/>
            <a:r>
              <a:t>Без напоминаний.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Автономный агент — это по сути руководитель проекта, который сам создает сотрудников</a:t>
            </a:r>
            <a:br/>
            <a:r>
              <a:t>и распределяет работу между ними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КАК ПОМЕНЯЛИСЬ ПРАВИЛА ИГРЫ</a:t>
            </a:r>
          </a:p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ЗА ПОСЛЕДНИЕ 3 МЕСЯЦА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РАНЬШЕ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ИИ ждал вашей команды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И отвечал на вопросы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Вы работали и он помогал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СЕЙЧАС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ИИ действует сам по расписанию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Имеет доступ к вашим приложениям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Вы ставите цель и он выполняет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Ключевое: появились «всегда включенные» агенты (Always-on Agents)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Это подтверждают сразу несколько продуктов: OpenClaw, Manus и другие.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Это не хайп одного стартапа — это новый индустриальный тренд.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Эта гонка только началась.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ТРИ ЗОНЫ ПРИМЕНЕНИЯ</a:t>
            </a:r>
          </a:p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ДЛЯ ЛЮБОГО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КОНТЕНТ</a:t>
            </a:r>
            <a:br/>
            <a:r>
              <a:t>И ПРОДВИЖЕНИЕ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Соцсети, SEO,</a:t>
            </a:r>
            <a:br/>
            <a:r>
              <a:t>комментинг, реклама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БИЗНЕС-</a:t>
            </a:r>
            <a:br/>
            <a:r>
              <a:t>АССИСТЕНТ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Билеты, отели,</a:t>
            </a:r>
            <a:br/>
            <a:r>
              <a:t>календарь, рассылки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ИИ-</a:t>
            </a:r>
            <a:br/>
            <a:r>
              <a:t>СОТРУДНИКИ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Разработка, аналитика,</a:t>
            </a:r>
            <a:br/>
            <a:r>
              <a:t>дашборды, сложные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ИИ-ВИЗАЦИЯ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ЗОНА 1: КОНТЕНТ И ПРОДВИЖЕНИЕ</a:t>
            </a:r>
            <a:br/>
            <a:r>
              <a:t>НА ПОЛНОМ АВТОПИЛОТЕ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Автоматическое ведение Telegram-каналов: 6-8 постов в день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SEO-статьи на сайт: пишутся и публикуются автоматически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Twitter/X: комментинг, поиск аудитории, наращивание подписчиков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Копирайтер: пересылаете новость и получаете готовые посты для всех каналов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Реклама: подбор каналов, создание текстов, запуск кампаний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Кейс: полностью автоматизированный контент-маркетолог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ИИ-ВИЗАЦИЯ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ЗОНА 2: ЛИЧНЫЙ БИЗНЕС-АССИСТЕНТ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Покупка билетов и бронирование отелей, заказ такси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Управление календарём и задачами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Рассылки по сотрудникам и партнёрам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Напоминания о встречах и дедлайнах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Поиск информации и подготовка справок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Всё работает через Telegram: голосом или текстом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ИИ-ВИЗАЦИЯ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ЗОНА 3: ИИ-СОТРУДНИКИ НА СЛОЖНЫХ ЗАДАЧАХ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Создание сайтов и лендингов, их улучшение и продвижение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Разработка дашбордов и аналитики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Подключение к биржам, рекламным кабинетам, CRM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Автоматическое обновление на вашем домене через управление сервером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Подключение Google Analytics для отслеживания результатов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Это уже полноценный бизнес-партнер, а не просто "создай мне картинку".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ИИ-ВИЗАЦИЯ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А КАК ЭТО ПРИМЕНИТЬ У СЕБЯ?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ИНТЕРНЕТ-МАГАЗИН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Автопосты с товарами,</a:t>
            </a:r>
            <a:br/>
            <a:r>
              <a:t>обзоры, отзывы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EVENT-АГЕНТСТВО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Анонсы мероприятий,</a:t>
            </a:r>
            <a:br/>
            <a:r>
              <a:t>отчёты, сторис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ОБРАЗОВАНИЕ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Контент-план,</a:t>
            </a:r>
            <a:br/>
            <a:r>
              <a:t>рассылки по базе, соцсети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НЕДВИЖИМОСТЬ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Объявления, ответы</a:t>
            </a:r>
            <a:br/>
            <a:r>
              <a:t>на запросы, подборки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САЛОН КРАСОТЫ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Напоминания клиентам,</a:t>
            </a:r>
            <a:br/>
            <a:r>
              <a:t>акции, отзывы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ИИ-ВИЗАЦИЯ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ЭТО ОПАСНО?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МОЖНО ПОДКЛЮЧАТЬ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Отдельный компьютер/сервер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Рабочая карта с лимитом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Отдельный Telegram-аккаунт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Субаккаунты без вывода средств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НЕ ПОДКЛЮЧАТЬ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Личная почта и аккаунты в соцсетях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Основной банковский счёт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Криптокошельки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•  Личный компьютер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Правило простое: «Что не жалко потерять, то можно доверить автономному агенту»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ИИ-ВИЗАЦИЯ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ПРИМЕР ПРОЕКТА, КОТОРЫЙ РАБОТАЕТ БЕЗ ЛЮДЕЙ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RU и ENG сайты с SEO-статьями, которые пишутся автоматически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RU и ENG Telegram-каналы ведутся на автопилоте: 6-8 постов/день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Twitter: 295 активностей в сутки без участия человека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Торговля на бирже: 5 сделок в день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Реклама в Telegram: запускается, тестируется и оптимизируется автоматически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Дашборд аналитики: собирает все данные в одном месте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АВТОНОМНЫЙ ИИ-КРИПТО-ИНФЛЮЕНСЕР — это реальный проект ко-фаундера «ИИ-ВИЗАЦИИ»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27432" cy="182880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747FF"/>
                </a:solidFill>
                <a:latin typeface="Inter"/>
              </a:defRPr>
            </a:pPr>
            <a:r>
              <a:t>ИИ-ВИЗАЦИЯ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ПРИМЕР ПРОЕКТА, КОТОРЫЙ РАБОТАЕТ БЕЗ ЛЮДЕЙ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Вы сами ведёте соцсети или платите SMM-щику, который делает «так себе»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Вы сами пишете посты, отвечаете на сообщения, проверяете аналитику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У вас нет времени на стратегию, потому что тонете в рутине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Нанять ассистента — дорого. Нанять пятерых — нереально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ЗНАКОМЫЕ ЗАДАЧИ?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Inter"/>
              </a:defRPr>
            </a:pPr>
            <a:r>
              <a:t>Всё это уже можно передать одному автономному агенту!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980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78"/>
                </a:solidFill>
                <a:latin typeface="Inter"/>
              </a:defRPr>
            </a:pPr>
            <a:r>
              <a:t>Конференция «ИИ-визация» | Москва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7498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747FF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