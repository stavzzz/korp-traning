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1.png"/><Relationship Id="rId4" Type="http://schemas.openxmlformats.org/officeDocument/2006/relationships/image" Target="../media/image-1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.openclaw/workspace/presentation/source_images/image41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21920" y="1371600"/>
            <a:ext cx="36576" cy="1371600"/>
          </a:xfrm>
          <a:prstGeom prst="rect">
            <a:avLst/>
          </a:prstGeom>
          <a:solidFill>
            <a:srgbClr val="9747FF"/>
          </a:solidFill>
          <a:ln/>
        </p:spPr>
      </p:sp>
      <p:sp>
        <p:nvSpPr>
          <p:cNvPr id="4" name="Text 1"/>
          <p:cNvSpPr/>
          <p:nvPr/>
        </p:nvSpPr>
        <p:spPr>
          <a:xfrm>
            <a:off x="975360" y="1028700"/>
            <a:ext cx="3200400" cy="365760"/>
          </a:xfrm>
          <a:prstGeom prst="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9747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ASSISTANT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75360" y="1508760"/>
            <a:ext cx="9753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OPENCLAW: J.A.R.V.I.S.</a:t>
            </a:r>
            <a:endParaRPr lang="en-US" sz="7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ЖЕЛЕЗНОГО ЧЕЛОВЕКА</a:t>
            </a:r>
            <a:endParaRPr lang="en-US" sz="7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ВАШЕМ НОУТБУКЕ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975360" y="3977640"/>
            <a:ext cx="975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8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один ИИ-помощник заменяет пять сотрудников</a:t>
            </a:r>
            <a:endParaRPr lang="en-US" sz="28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8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работает на ваш бизнес 24/7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97536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Конференция «ИИ-визация» | Москва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36320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" y="1371600"/>
            <a:ext cx="36576" cy="1371600"/>
          </a:xfrm>
          <a:prstGeom prst="rect">
            <a:avLst/>
          </a:prstGeom>
          <a:solidFill>
            <a:srgbClr val="9747FF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685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7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СОДЕРЖАНИЕ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75360" y="1714500"/>
            <a:ext cx="975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Эволюция: от чат-ботов к J.A.R.V.I.S.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75360" y="2400300"/>
            <a:ext cx="975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Что такое автономный агент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75360" y="3086100"/>
            <a:ext cx="975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Три зоны применения для любого бизнеса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75360" y="3771900"/>
            <a:ext cx="975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Пример проекта, который работает без людей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75360" y="4457700"/>
            <a:ext cx="975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Как внедрить у себя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7536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Конференция «ИИ-визация» | Москва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" y="1371600"/>
            <a:ext cx="36576" cy="1371600"/>
          </a:xfrm>
          <a:prstGeom prst="rect">
            <a:avLst/>
          </a:prstGeom>
          <a:solidFill>
            <a:srgbClr val="9747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0" y="3429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ИИ-ВИЗАЦИЯ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75360" y="685800"/>
            <a:ext cx="1024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7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ЭВОЛЮЦИЯ: ОТ ЧАТ-БОТОВ К J.A.R.V.I.S.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75360" y="1371600"/>
            <a:ext cx="1024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Эволюция ИИ за последний год: от инструмента к самостоятельному сотруднику</a:t>
            </a:r>
            <a:endParaRPr lang="en-US" sz="2000" dirty="0"/>
          </a:p>
        </p:txBody>
      </p:sp>
      <p:pic>
        <p:nvPicPr>
          <p:cNvPr id="6" name="Image 0" descr="/root/.openclaw/workspace/presentation/source_images/image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2057400"/>
            <a:ext cx="3657600" cy="2286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75360" y="2057400"/>
            <a:ext cx="3200400" cy="228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5"/>
          <p:cNvSpPr/>
          <p:nvPr/>
        </p:nvSpPr>
        <p:spPr>
          <a:xfrm>
            <a:off x="975360" y="219456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ДИАЛОГ С ИИ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75360" y="274320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Отправляете вопрос</a:t>
            </a:r>
            <a:endParaRPr lang="en-US" sz="18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отвечает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75360" y="459486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Стандартный диалог с ChatGPT.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7536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Конференция «ИИ-визация» | Москва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97280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" y="1371600"/>
            <a:ext cx="36576" cy="1371600"/>
          </a:xfrm>
          <a:prstGeom prst="rect">
            <a:avLst/>
          </a:prstGeom>
          <a:solidFill>
            <a:srgbClr val="9747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0" y="3429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ИИ-ВИЗАЦИЯ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75360" y="685800"/>
            <a:ext cx="1024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7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ЭВОЛЮЦИЯ: ОТ ЧАТ-БОТОВ К J.A.R.V.I.S.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75360" y="1371600"/>
            <a:ext cx="1024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Эволюция ИИ за последний год: от инструмента к самостоятельному сотруднику</a:t>
            </a:r>
            <a:endParaRPr lang="en-US" sz="2000" dirty="0"/>
          </a:p>
        </p:txBody>
      </p:sp>
      <p:pic>
        <p:nvPicPr>
          <p:cNvPr id="6" name="Image 0" descr="/root/.openclaw/workspace/presentation/source_images/image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2057400"/>
            <a:ext cx="3657600" cy="2286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75360" y="2057400"/>
            <a:ext cx="3200400" cy="228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5"/>
          <p:cNvSpPr/>
          <p:nvPr/>
        </p:nvSpPr>
        <p:spPr>
          <a:xfrm>
            <a:off x="975360" y="219456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ИИ-АГЕНТ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75360" y="274320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Создаете процесс</a:t>
            </a:r>
            <a:endParaRPr lang="en-US" sz="18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выполняет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75360" y="445770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Связка: n8n + ChatGPT + Telegram-бот +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Google-таблицы.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7536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Конференция «ИИ-визация» | Москва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97280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" y="1371600"/>
            <a:ext cx="36576" cy="1371600"/>
          </a:xfrm>
          <a:prstGeom prst="rect">
            <a:avLst/>
          </a:prstGeom>
          <a:solidFill>
            <a:srgbClr val="9747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0" y="3429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ИИ-ВИЗАЦИЯ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75360" y="685800"/>
            <a:ext cx="1024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7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ЭВОЛЮЦИЯ: ОТ ЧАТ-БОТОВ К J.A.R.V.I.S.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75360" y="1371600"/>
            <a:ext cx="1024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Эволюция ИИ за последний год: от инструмента к самостоятельному сотруднику</a:t>
            </a:r>
            <a:endParaRPr lang="en-US" sz="2000" dirty="0"/>
          </a:p>
        </p:txBody>
      </p:sp>
      <p:pic>
        <p:nvPicPr>
          <p:cNvPr id="6" name="Image 0" descr="/root/.openclaw/workspace/presentation/source_images/image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5600" y="2057400"/>
            <a:ext cx="3200400" cy="2286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75360" y="2057400"/>
            <a:ext cx="3474720" cy="228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5"/>
          <p:cNvSpPr/>
          <p:nvPr/>
        </p:nvSpPr>
        <p:spPr>
          <a:xfrm>
            <a:off x="975360" y="219456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ДИАЛОГ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75360" y="288036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Отправляете вопрос</a:t>
            </a:r>
            <a:endParaRPr lang="en-US" sz="16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отвечает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242560" y="2057400"/>
            <a:ext cx="3474720" cy="228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8"/>
          <p:cNvSpPr/>
          <p:nvPr/>
        </p:nvSpPr>
        <p:spPr>
          <a:xfrm>
            <a:off x="5242560" y="219456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7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АВТОНОМНЫЙ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97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ИИ-АГЕНТ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242560" y="301752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Ставите цель</a:t>
            </a:r>
            <a:endParaRPr lang="en-US" sz="16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делает всё сам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75360" y="5486400"/>
            <a:ext cx="1024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Первым таким решением стал продукт OpenClaw на базе открытого программного кода.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7536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Конференция «ИИ-визация» | Москва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97280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" y="1371600"/>
            <a:ext cx="36576" cy="1371600"/>
          </a:xfrm>
          <a:prstGeom prst="rect">
            <a:avLst/>
          </a:prstGeom>
          <a:solidFill>
            <a:srgbClr val="9747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0" y="3429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ИИ-ВИЗАЦИЯ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75360" y="685800"/>
            <a:ext cx="1024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7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АВТОНОМНЫЙ АГЕНТ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75360" y="1508760"/>
            <a:ext cx="609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Автономный агент — это система на базе ИИ, которая сама создает агентов, способных выполнять поставленные задачи и достигать результатов в рамках общей более глобальной цели.</a:t>
            </a:r>
            <a:endParaRPr lang="en-US" sz="2000" dirty="0"/>
          </a:p>
        </p:txBody>
      </p:sp>
      <p:pic>
        <p:nvPicPr>
          <p:cNvPr id="6" name="Image 0" descr="/root/.openclaw/workspace/presentation/source_images/image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508760"/>
            <a:ext cx="3200400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5360" y="3086100"/>
            <a:ext cx="1024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Автономный ИИ-агент может получить доступ: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75360" y="3566160"/>
            <a:ext cx="4876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 файлам на вашем компьютере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75360" y="3977640"/>
            <a:ext cx="4876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 банковским картам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75360" y="4389120"/>
            <a:ext cx="4876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 криптовалютным кошелькам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75360" y="4800600"/>
            <a:ext cx="4876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 социальным сетям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096000" y="3566160"/>
            <a:ext cx="4876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 мессенджерам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096000" y="3977640"/>
            <a:ext cx="4876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 различным онлайн-сервисам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096000" y="4389120"/>
            <a:ext cx="4876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 другим ИИ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096000" y="4800600"/>
            <a:ext cx="4876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 начать решать множество задач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7536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Конференция «ИИ-визация» | Москва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97280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" y="1371600"/>
            <a:ext cx="36576" cy="1371600"/>
          </a:xfrm>
          <a:prstGeom prst="rect">
            <a:avLst/>
          </a:prstGeom>
          <a:solidFill>
            <a:srgbClr val="9747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0" y="3429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ИИ-ВИЗАЦИЯ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75360" y="685800"/>
            <a:ext cx="1024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7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ЧЕГО СОСТОИТ АВТОНОМНЫЙ АГЕНТ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75360" y="1714500"/>
            <a:ext cx="4632960" cy="150876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6" name="Image 0" descr="/root/.openclaw/workspace/presentation/source_images/image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17145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5360" y="1920240"/>
            <a:ext cx="4632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75360" y="2331720"/>
            <a:ext cx="4632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Мозг системы.</a:t>
            </a:r>
            <a:endParaRPr lang="en-US" sz="14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Понимает проект и задачи, проводит анализ и принимает решения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39840" y="1714500"/>
            <a:ext cx="4632960" cy="150876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10" name="Image 1" descr="/root/.openclaw/workspace/presentation/source_images/image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1450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39840" y="1920240"/>
            <a:ext cx="4632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РАСПИСАНИЕ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339840" y="2331720"/>
            <a:ext cx="4632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Работает по графику.</a:t>
            </a:r>
            <a:endParaRPr lang="en-US" sz="14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и ночь.</a:t>
            </a:r>
            <a:endParaRPr lang="en-US" sz="14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перерывов.</a:t>
            </a:r>
            <a:endParaRPr lang="en-US" sz="14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напоминаний.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975360" y="3703320"/>
            <a:ext cx="4632960" cy="150876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14" name="Image 2" descr="/root/.openclaw/workspace/presentation/source_images/image1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70332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75360" y="3909060"/>
            <a:ext cx="4632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ПОМОЩНИКИ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975360" y="4320540"/>
            <a:ext cx="4632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Создает нужных сотрудников</a:t>
            </a:r>
            <a:endParaRPr lang="en-US" sz="14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 каждую задачу:</a:t>
            </a:r>
            <a:endParaRPr lang="en-US" sz="14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копирайтер, аналитик, маркетолог, разработчик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339840" y="3703320"/>
            <a:ext cx="4632960" cy="150876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18" name="Image 3" descr="/root/.openclaw/workspace/presentation/source_images/image1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703320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39840" y="3909060"/>
            <a:ext cx="4632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НАВЫКИ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339840" y="4320540"/>
            <a:ext cx="4632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Подключает</a:t>
            </a:r>
            <a:endParaRPr lang="en-US" sz="14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Telegram, соцсети,</a:t>
            </a:r>
            <a:endParaRPr lang="en-US" sz="14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почту, сайт, таблицы,</a:t>
            </a:r>
            <a:endParaRPr lang="en-US" sz="14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серверы, ИИ-сервисы, использует файлы на компьютере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975360" y="5623560"/>
            <a:ext cx="1024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Автономный агент — это по сути руководитель проекта, который сам создает сотрудников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распределяет работу между ними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97536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Конференция «ИИ-визация» | Москва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097280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" y="1371600"/>
            <a:ext cx="36576" cy="1371600"/>
          </a:xfrm>
          <a:prstGeom prst="rect">
            <a:avLst/>
          </a:prstGeom>
          <a:solidFill>
            <a:srgbClr val="9747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0" y="3429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ИИ-ВИЗАЦИЯ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75360" y="685800"/>
            <a:ext cx="1024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97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ПОМЕНЯЛИСЬ ПРАВИЛА ИГРЫ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97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ПОСЛЕДНИЕ 3 МЕСЯЦА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75360" y="1920240"/>
            <a:ext cx="4632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РАНЬШЕ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75360" y="2400300"/>
            <a:ext cx="4632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ИИ ждал вашей команды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75360" y="2948940"/>
            <a:ext cx="4632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 отвечал на вопросы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75360" y="3497580"/>
            <a:ext cx="4632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Вы работали и он помогал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39840" y="1920240"/>
            <a:ext cx="4632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7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339840" y="2400300"/>
            <a:ext cx="4632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ИИ действует сам по расписанию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39840" y="2948940"/>
            <a:ext cx="4632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Имеет доступ к вашим приложениям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339840" y="3497580"/>
            <a:ext cx="4632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Вы ставите цель и он выполняет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75360" y="4251960"/>
            <a:ext cx="10241280" cy="548640"/>
          </a:xfrm>
          <a:prstGeom prst="rect">
            <a:avLst/>
          </a:prstGeom>
          <a:solidFill>
            <a:srgbClr val="9747FF">
              <a:alpha val="80000"/>
            </a:srgbClr>
          </a:solidFill>
          <a:ln w="25400">
            <a:solidFill>
              <a:srgbClr val="9747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5360" y="4389120"/>
            <a:ext cx="1024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Ключевое: появились «всегда включенные» агенты (Always-on Agents)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75360" y="5006340"/>
            <a:ext cx="1024128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1219200" y="5109210"/>
            <a:ext cx="975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подтверждают сразу несколько продуктов: OpenClaw, Manus и другие.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не хайп одного стартапа — это новый индустриальный тренд.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 гонка только началась.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7536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Конференция «ИИ-визация» | Москва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" y="1371600"/>
            <a:ext cx="36576" cy="1371600"/>
          </a:xfrm>
          <a:prstGeom prst="rect">
            <a:avLst/>
          </a:prstGeom>
          <a:solidFill>
            <a:srgbClr val="9747FF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685800"/>
            <a:ext cx="1024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7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ЗОНЫ ПРИМЕНЕНИЯ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97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ЛЮБОГО БИЗНЕСА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75360" y="2400300"/>
            <a:ext cx="2926080" cy="27432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5" name="Image 0" descr="/root/.openclaw/workspace/presentation/source_images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0720" y="26060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5360" y="342900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КОНТЕНТ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ПРОДВИЖЕНИЕ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75360" y="411480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Соцсети, SEO,</a:t>
            </a:r>
            <a:endParaRPr lang="en-US" sz="14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комментинг, реклама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89120" y="2400300"/>
            <a:ext cx="2926080" cy="27432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9" name="Image 1" descr="/root/.openclaw/workspace/presentation/source_images/imag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480" y="2606040"/>
            <a:ext cx="731520" cy="731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89120" y="342900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АССИСТЕНТ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4389120" y="411480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Билеты, отели,</a:t>
            </a:r>
            <a:endParaRPr lang="en-US" sz="14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календарь, рассылки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802880" y="2400300"/>
            <a:ext cx="2926080" cy="27432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13" name="Image 2" descr="/root/.openclaw/workspace/presentation/source_images/image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2606040"/>
            <a:ext cx="731520" cy="7315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802880" y="342900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СОТРУДНИКИ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7802880" y="411480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Разработка, аналитика,</a:t>
            </a:r>
            <a:endParaRPr lang="en-US" sz="14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дашборды, сложные задачи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97536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Конференция «ИИ-визация» | Москва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" y="1371600"/>
            <a:ext cx="36576" cy="1371600"/>
          </a:xfrm>
          <a:prstGeom prst="rect">
            <a:avLst/>
          </a:prstGeom>
          <a:solidFill>
            <a:srgbClr val="9747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0" y="3429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ИИ-ВИЗАЦИЯ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75360" y="685800"/>
            <a:ext cx="1024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7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ЗОНА 1: КОНТЕНТ И ПРОДВИЖЕНИЕ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97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ПОЛНОМ АВТОПИЛОТЕ</a:t>
            </a:r>
            <a:endParaRPr lang="en-US" sz="4000" dirty="0"/>
          </a:p>
        </p:txBody>
      </p:sp>
      <p:pic>
        <p:nvPicPr>
          <p:cNvPr id="5" name="Image 0" descr="/root/.openclaw/workspace/presentation/source_images/imag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360" y="19202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06880" y="1920240"/>
            <a:ext cx="926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Автоматическое ведение Telegram-каналов: 6-8 постов в день</a:t>
            </a:r>
            <a:endParaRPr lang="en-US" sz="1800" dirty="0"/>
          </a:p>
        </p:txBody>
      </p:sp>
      <p:pic>
        <p:nvPicPr>
          <p:cNvPr id="7" name="Image 1" descr="/root/.openclaw/workspace/presentation/source_images/image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" y="260604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06880" y="2606040"/>
            <a:ext cx="926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SEO-статьи на сайт: пишутся и публикуются автоматически</a:t>
            </a:r>
            <a:endParaRPr lang="en-US" sz="1800" dirty="0"/>
          </a:p>
        </p:txBody>
      </p:sp>
      <p:pic>
        <p:nvPicPr>
          <p:cNvPr id="9" name="Image 2" descr="/root/.openclaw/workspace/presentation/source_images/image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" y="329184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06880" y="3291840"/>
            <a:ext cx="926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Twitter/X: комментинг, поиск аудитории, наращивание подписчиков</a:t>
            </a:r>
            <a:endParaRPr lang="en-US" sz="1800" dirty="0"/>
          </a:p>
        </p:txBody>
      </p:sp>
      <p:pic>
        <p:nvPicPr>
          <p:cNvPr id="11" name="Image 3" descr="/root/.openclaw/workspace/presentation/source_images/image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60" y="3977640"/>
            <a:ext cx="457200" cy="4572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706880" y="3977640"/>
            <a:ext cx="926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Копирайтер: пересылаете новость и получаете готовые посты для всех каналов</a:t>
            </a:r>
            <a:endParaRPr lang="en-US" sz="1800" dirty="0"/>
          </a:p>
        </p:txBody>
      </p:sp>
      <p:pic>
        <p:nvPicPr>
          <p:cNvPr id="13" name="Image 4" descr="/root/.openclaw/workspace/presentation/source_images/image1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360" y="4663440"/>
            <a:ext cx="457200" cy="4572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706880" y="4663440"/>
            <a:ext cx="926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Реклама: подбор каналов, создание текстов, запуск кампаний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975360" y="5623560"/>
            <a:ext cx="1024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Кейс: полностью автоматизированный контент-маркетолог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97536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Конференция «ИИ-визация» | Москва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1097280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" y="1371600"/>
            <a:ext cx="36576" cy="1371600"/>
          </a:xfrm>
          <a:prstGeom prst="rect">
            <a:avLst/>
          </a:prstGeom>
          <a:solidFill>
            <a:srgbClr val="9747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0" y="3429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ИИ-ВИЗАЦИЯ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75360" y="685800"/>
            <a:ext cx="1024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7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ЗОНА 2: ЛИЧНЫЙ БИЗНЕС-АССИСТЕНТ</a:t>
            </a:r>
            <a:endParaRPr lang="en-US" sz="4800" dirty="0"/>
          </a:p>
        </p:txBody>
      </p:sp>
      <p:pic>
        <p:nvPicPr>
          <p:cNvPr id="5" name="Image 0" descr="/root/.openclaw/workspace/presentation/source_images/image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360" y="17830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06880" y="1783080"/>
            <a:ext cx="926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Покупка билетов и бронирование отелей, заказ такси</a:t>
            </a:r>
            <a:endParaRPr lang="en-US" sz="1800" dirty="0"/>
          </a:p>
        </p:txBody>
      </p:sp>
      <p:pic>
        <p:nvPicPr>
          <p:cNvPr id="7" name="Image 1" descr="/root/.openclaw/workspace/presentation/source_images/image1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" y="240030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06880" y="2400300"/>
            <a:ext cx="926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календарём и задачами</a:t>
            </a:r>
            <a:endParaRPr lang="en-US" sz="1800" dirty="0"/>
          </a:p>
        </p:txBody>
      </p:sp>
      <p:pic>
        <p:nvPicPr>
          <p:cNvPr id="9" name="Image 2" descr="/root/.openclaw/workspace/presentation/source_images/image2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" y="301752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06880" y="3017520"/>
            <a:ext cx="926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Рассылки по сотрудникам и партнёрам</a:t>
            </a:r>
            <a:endParaRPr lang="en-US" sz="1800" dirty="0"/>
          </a:p>
        </p:txBody>
      </p:sp>
      <p:pic>
        <p:nvPicPr>
          <p:cNvPr id="11" name="Image 3" descr="/root/.openclaw/workspace/presentation/source_images/image2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60" y="3634740"/>
            <a:ext cx="457200" cy="4572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706880" y="3634740"/>
            <a:ext cx="926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Напоминания о встречах и дедлайнах</a:t>
            </a:r>
            <a:endParaRPr lang="en-US" sz="1800" dirty="0"/>
          </a:p>
        </p:txBody>
      </p:sp>
      <p:pic>
        <p:nvPicPr>
          <p:cNvPr id="13" name="Image 4" descr="/root/.openclaw/workspace/presentation/source_images/image2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360" y="4251960"/>
            <a:ext cx="457200" cy="4572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706880" y="4251960"/>
            <a:ext cx="926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информации и подготовка справок</a:t>
            </a:r>
            <a:endParaRPr lang="en-US" sz="1800" dirty="0"/>
          </a:p>
        </p:txBody>
      </p:sp>
      <p:sp>
        <p:nvSpPr>
          <p:cNvPr id="15" name="Shape 8"/>
          <p:cNvSpPr/>
          <p:nvPr/>
        </p:nvSpPr>
        <p:spPr>
          <a:xfrm>
            <a:off x="975360" y="4937760"/>
            <a:ext cx="10241280" cy="685800"/>
          </a:xfrm>
          <a:prstGeom prst="rect">
            <a:avLst/>
          </a:prstGeom>
          <a:solidFill>
            <a:srgbClr val="9747FF">
              <a:alpha val="80000"/>
            </a:srgbClr>
          </a:solidFill>
          <a:ln w="25400">
            <a:solidFill>
              <a:srgbClr val="9747FF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975360" y="5143500"/>
            <a:ext cx="1024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 работает через Telegram: голосом или текстом</a:t>
            </a:r>
            <a:endParaRPr lang="en-US" sz="2000" dirty="0"/>
          </a:p>
        </p:txBody>
      </p:sp>
      <p:sp>
        <p:nvSpPr>
          <p:cNvPr id="17" name="Text 10"/>
          <p:cNvSpPr/>
          <p:nvPr/>
        </p:nvSpPr>
        <p:spPr>
          <a:xfrm>
            <a:off x="97536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Конференция «ИИ-визация» | Москва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1097280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" y="1371600"/>
            <a:ext cx="36576" cy="1371600"/>
          </a:xfrm>
          <a:prstGeom prst="rect">
            <a:avLst/>
          </a:prstGeom>
          <a:solidFill>
            <a:srgbClr val="9747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0" y="3429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ИИ-ВИЗАЦИЯ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75360" y="685800"/>
            <a:ext cx="1024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97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ЗОНА 3: ИИ-СОТРУДНИКИ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97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СЛОЖНЫХ ЗАДАЧАХ</a:t>
            </a:r>
            <a:endParaRPr lang="en-US" sz="4200" dirty="0"/>
          </a:p>
        </p:txBody>
      </p:sp>
      <p:pic>
        <p:nvPicPr>
          <p:cNvPr id="5" name="Image 0" descr="/root/.openclaw/workspace/presentation/source_images/image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360" y="19202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06880" y="1920240"/>
            <a:ext cx="926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сайтов и лендингов, их улучшение и продвижение</a:t>
            </a:r>
            <a:endParaRPr lang="en-US" sz="1800" dirty="0"/>
          </a:p>
        </p:txBody>
      </p:sp>
      <p:pic>
        <p:nvPicPr>
          <p:cNvPr id="7" name="Image 1" descr="/root/.openclaw/workspace/presentation/source_images/image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" y="253746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06880" y="2537460"/>
            <a:ext cx="926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дашбордов и аналитики</a:t>
            </a:r>
            <a:endParaRPr lang="en-US" sz="1800" dirty="0"/>
          </a:p>
        </p:txBody>
      </p:sp>
      <p:pic>
        <p:nvPicPr>
          <p:cNvPr id="9" name="Image 2" descr="/root/.openclaw/workspace/presentation/source_images/image3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" y="315468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06880" y="3154680"/>
            <a:ext cx="926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Подключение к биржам, рекламным кабинетам, CRM</a:t>
            </a:r>
            <a:endParaRPr lang="en-US" sz="1800" dirty="0"/>
          </a:p>
        </p:txBody>
      </p:sp>
      <p:pic>
        <p:nvPicPr>
          <p:cNvPr id="11" name="Image 3" descr="/root/.openclaw/workspace/presentation/source_images/image3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60" y="3771900"/>
            <a:ext cx="457200" cy="4572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706880" y="3771900"/>
            <a:ext cx="926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Автоматическое обновление на вашем домене через управление сервером</a:t>
            </a:r>
            <a:endParaRPr lang="en-US" sz="1800" dirty="0"/>
          </a:p>
        </p:txBody>
      </p:sp>
      <p:pic>
        <p:nvPicPr>
          <p:cNvPr id="13" name="Image 4" descr="/root/.openclaw/workspace/presentation/source_images/image3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360" y="4389120"/>
            <a:ext cx="457200" cy="4572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706880" y="4389120"/>
            <a:ext cx="926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Подключение Google Analytics для отслеживания результатов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975360" y="5212080"/>
            <a:ext cx="1024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уже полноценный бизнес-партнер, а не просто "создай мне картинку".</a:t>
            </a:r>
            <a:endParaRPr lang="en-US" sz="1800" dirty="0"/>
          </a:p>
        </p:txBody>
      </p:sp>
      <p:sp>
        <p:nvSpPr>
          <p:cNvPr id="16" name="Text 9"/>
          <p:cNvSpPr/>
          <p:nvPr/>
        </p:nvSpPr>
        <p:spPr>
          <a:xfrm>
            <a:off x="97536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Конференция «ИИ-визация» | Москва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1097280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" y="1371600"/>
            <a:ext cx="36576" cy="1371600"/>
          </a:xfrm>
          <a:prstGeom prst="rect">
            <a:avLst/>
          </a:prstGeom>
          <a:solidFill>
            <a:srgbClr val="9747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0" y="3429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ИИ-ВИЗАЦИЯ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75360" y="685800"/>
            <a:ext cx="1024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7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КАК ЭТО ПРИМЕНИТЬ У СЕБЯ?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75360" y="1920240"/>
            <a:ext cx="4632960" cy="150876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6" name="Image 0" descr="/root/.openclaw/workspace/presentation/source_images/image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19202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5360" y="2125980"/>
            <a:ext cx="4632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ИНТЕРНЕТ-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МАГАЗИН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75360" y="2606040"/>
            <a:ext cx="4632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Автопосты с товарами,</a:t>
            </a:r>
            <a:endParaRPr lang="en-US" sz="14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обзоры, отзывы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39840" y="1920240"/>
            <a:ext cx="4632960" cy="150876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10" name="Image 1" descr="/root/.openclaw/workspace/presentation/source_images/image4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92024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39840" y="2125980"/>
            <a:ext cx="4632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АГЕНТСТВО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339840" y="2606040"/>
            <a:ext cx="4632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Анонсы мероприятий,</a:t>
            </a:r>
            <a:endParaRPr lang="en-US" sz="14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отчёты, сторис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975360" y="3840480"/>
            <a:ext cx="4632960" cy="150876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14" name="Image 2" descr="/root/.openclaw/workspace/presentation/source_images/image4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84048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75360" y="4046220"/>
            <a:ext cx="4632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ОБРАЗОВАНИЕ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975360" y="4526280"/>
            <a:ext cx="4632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Контент-план,</a:t>
            </a:r>
            <a:endParaRPr lang="en-US" sz="14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рассылки по базе, соцсети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339840" y="3840480"/>
            <a:ext cx="4632960" cy="150876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18" name="Image 3" descr="/root/.openclaw/workspace/presentation/source_images/image4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840480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39840" y="4046220"/>
            <a:ext cx="4632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НЕДВИЖИМОСТЬ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339840" y="4526280"/>
            <a:ext cx="4632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Объявления, ответы</a:t>
            </a:r>
            <a:endParaRPr lang="en-US" sz="14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запросы, подборки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3657600" y="5760720"/>
            <a:ext cx="4632960" cy="91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975360" y="5623560"/>
            <a:ext cx="1024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САЛОН КРАСОТЫ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975360" y="5897880"/>
            <a:ext cx="1024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A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Напоминания клиентам, акции, отзывы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7536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Конференция «ИИ-визация» | Москва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097280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" y="1371600"/>
            <a:ext cx="36576" cy="1371600"/>
          </a:xfrm>
          <a:prstGeom prst="rect">
            <a:avLst/>
          </a:prstGeom>
          <a:solidFill>
            <a:srgbClr val="9747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0" y="3429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ИИ-ВИЗАЦИЯ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75360" y="685800"/>
            <a:ext cx="1024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7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ОПАСНО?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75360" y="1714500"/>
            <a:ext cx="4632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МОЖНО ПОДКЛЮЧАТЬ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75360" y="2263140"/>
            <a:ext cx="4632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Отдельный компьютер/сервер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75360" y="2811780"/>
            <a:ext cx="4632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Рабочая карта с лимитом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75360" y="3360420"/>
            <a:ext cx="4632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Отдельный Telegram-аккаунт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75360" y="3909060"/>
            <a:ext cx="4632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Субаккаунты без вывода средств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39840" y="1714500"/>
            <a:ext cx="4632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НЕ ПОДКЛЮЧАТЬ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339840" y="2263140"/>
            <a:ext cx="4632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Личная почта и аккаунты в соцсетях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39840" y="2811780"/>
            <a:ext cx="4632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Основной банковский счёт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39840" y="3360420"/>
            <a:ext cx="4632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Криптокошельки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39840" y="3909060"/>
            <a:ext cx="4632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Личный компьютер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75360" y="4800600"/>
            <a:ext cx="10241280" cy="822960"/>
          </a:xfrm>
          <a:prstGeom prst="rect">
            <a:avLst/>
          </a:prstGeom>
          <a:solidFill>
            <a:srgbClr val="9747FF">
              <a:alpha val="80000"/>
            </a:srgbClr>
          </a:solidFill>
          <a:ln w="25400">
            <a:solidFill>
              <a:srgbClr val="9747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5360" y="4937760"/>
            <a:ext cx="1024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 простое:</a:t>
            </a:r>
            <a:endParaRPr lang="en-US" sz="20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«Что не жалко потерять, то можно доверить автономному агенту»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7536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Конференция «ИИ-визация» | Москва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" y="1371600"/>
            <a:ext cx="36576" cy="1371600"/>
          </a:xfrm>
          <a:prstGeom prst="rect">
            <a:avLst/>
          </a:prstGeom>
          <a:solidFill>
            <a:srgbClr val="9747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0" y="3429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ИИ-ВИЗАЦИЯ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75360" y="685800"/>
            <a:ext cx="1024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97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ПРОЕКТА,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97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КОТОРЫЙ РАБОТАЕТ БЕЗ ЛЮДЕЙ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75360" y="2057400"/>
            <a:ext cx="365760" cy="365760"/>
          </a:xfrm>
          <a:prstGeom prst="rect">
            <a:avLst/>
          </a:prstGeom>
          <a:solidFill>
            <a:srgbClr val="9747FF"/>
          </a:solidFill>
          <a:ln/>
        </p:spPr>
      </p:sp>
      <p:sp>
        <p:nvSpPr>
          <p:cNvPr id="6" name="Text 4"/>
          <p:cNvSpPr/>
          <p:nvPr/>
        </p:nvSpPr>
        <p:spPr>
          <a:xfrm>
            <a:off x="1584960" y="2057400"/>
            <a:ext cx="926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 и ENG cайты с SEO-статьями, которые пишутся автоматически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75360" y="2606040"/>
            <a:ext cx="365760" cy="365760"/>
          </a:xfrm>
          <a:prstGeom prst="rect">
            <a:avLst/>
          </a:prstGeom>
          <a:solidFill>
            <a:srgbClr val="9747FF"/>
          </a:solidFill>
          <a:ln/>
        </p:spPr>
      </p:sp>
      <p:sp>
        <p:nvSpPr>
          <p:cNvPr id="8" name="Text 6"/>
          <p:cNvSpPr/>
          <p:nvPr/>
        </p:nvSpPr>
        <p:spPr>
          <a:xfrm>
            <a:off x="1584960" y="2606040"/>
            <a:ext cx="926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 и ENG Telegram-каналы ведутся на автопилоте: 6-8 постов/день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5360" y="3154680"/>
            <a:ext cx="365760" cy="365760"/>
          </a:xfrm>
          <a:prstGeom prst="rect">
            <a:avLst/>
          </a:prstGeom>
          <a:solidFill>
            <a:srgbClr val="9747FF"/>
          </a:solidFill>
          <a:ln/>
        </p:spPr>
      </p:sp>
      <p:sp>
        <p:nvSpPr>
          <p:cNvPr id="10" name="Text 8"/>
          <p:cNvSpPr/>
          <p:nvPr/>
        </p:nvSpPr>
        <p:spPr>
          <a:xfrm>
            <a:off x="1584960" y="3154680"/>
            <a:ext cx="926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Twitter: 295 активностей в сутки без участия человека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75360" y="3703320"/>
            <a:ext cx="365760" cy="365760"/>
          </a:xfrm>
          <a:prstGeom prst="rect">
            <a:avLst/>
          </a:prstGeom>
          <a:solidFill>
            <a:srgbClr val="9747FF"/>
          </a:solidFill>
          <a:ln/>
        </p:spPr>
      </p:sp>
      <p:sp>
        <p:nvSpPr>
          <p:cNvPr id="12" name="Text 10"/>
          <p:cNvSpPr/>
          <p:nvPr/>
        </p:nvSpPr>
        <p:spPr>
          <a:xfrm>
            <a:off x="1584960" y="3703320"/>
            <a:ext cx="926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Торговля на бирже: 5 сделок в день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75360" y="4251960"/>
            <a:ext cx="365760" cy="365760"/>
          </a:xfrm>
          <a:prstGeom prst="rect">
            <a:avLst/>
          </a:prstGeom>
          <a:solidFill>
            <a:srgbClr val="9747FF"/>
          </a:solidFill>
          <a:ln/>
        </p:spPr>
      </p:sp>
      <p:sp>
        <p:nvSpPr>
          <p:cNvPr id="14" name="Text 12"/>
          <p:cNvSpPr/>
          <p:nvPr/>
        </p:nvSpPr>
        <p:spPr>
          <a:xfrm>
            <a:off x="1584960" y="4251960"/>
            <a:ext cx="926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Реклама в Telegram: запускается, тестируется и оптимизируется автоматически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75360" y="4800600"/>
            <a:ext cx="365760" cy="365760"/>
          </a:xfrm>
          <a:prstGeom prst="rect">
            <a:avLst/>
          </a:prstGeom>
          <a:solidFill>
            <a:srgbClr val="9747FF"/>
          </a:solidFill>
          <a:ln/>
        </p:spPr>
      </p:sp>
      <p:sp>
        <p:nvSpPr>
          <p:cNvPr id="16" name="Text 14"/>
          <p:cNvSpPr/>
          <p:nvPr/>
        </p:nvSpPr>
        <p:spPr>
          <a:xfrm>
            <a:off x="1584960" y="4800600"/>
            <a:ext cx="926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Дашборд аналитики: собирает все данные в одном месте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75360" y="5623560"/>
            <a:ext cx="1024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7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АВТОНОМНЫЙ ИИ-КРИПТО-ИНФЛЮЕНСЕР — это реальный проект ко-фаундера «ИИ-ВИЗАЦИИ»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7536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Конференция «ИИ-визация» | Москва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" y="1371600"/>
            <a:ext cx="36576" cy="1371600"/>
          </a:xfrm>
          <a:prstGeom prst="rect">
            <a:avLst/>
          </a:prstGeom>
          <a:solidFill>
            <a:srgbClr val="9747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0" y="3429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ИИ-ВИЗАЦИЯ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75360" y="685800"/>
            <a:ext cx="1024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7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ЗНАКОМЫЕ ЗАДАЧИ?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75360" y="1783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84960" y="1783080"/>
            <a:ext cx="926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 сами ведёте соцсети или платите SMM-щику, который делает «так себе»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75360" y="24688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84960" y="2468880"/>
            <a:ext cx="926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 сами пишете посты, отвечаете на сообщения, проверяете аналитику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75360" y="31546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584960" y="3154680"/>
            <a:ext cx="926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вас нет времени на стратегию, потому что тонете в рутине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75360" y="38404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584960" y="3840480"/>
            <a:ext cx="926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Нанять ассистента — дорого. Нанять пятерых — нереально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75360" y="4800600"/>
            <a:ext cx="10241280" cy="1028700"/>
          </a:xfrm>
          <a:prstGeom prst="rect">
            <a:avLst/>
          </a:prstGeom>
          <a:solidFill>
            <a:srgbClr val="9747FF"/>
          </a:solidFill>
          <a:ln/>
        </p:spPr>
      </p:sp>
      <p:sp>
        <p:nvSpPr>
          <p:cNvPr id="14" name="Text 12"/>
          <p:cNvSpPr/>
          <p:nvPr/>
        </p:nvSpPr>
        <p:spPr>
          <a:xfrm>
            <a:off x="975360" y="5006340"/>
            <a:ext cx="1024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 это уже можно передать</a:t>
            </a:r>
            <a:endParaRPr lang="en-US" sz="32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одному автономному агенту!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7536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Конференция «ИИ-визация» | Москва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0" y="6035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OpenClaw: J.A.R.V.I.S. в вашем ноутбуке</dc:title>
  <dc:subject>PptxGenJS Presentation</dc:subject>
  <dc:creator>OpenClaw AI</dc:creator>
  <cp:lastModifiedBy>OpenClaw AI</cp:lastModifiedBy>
  <cp:revision>1</cp:revision>
  <dcterms:created xsi:type="dcterms:W3CDTF">2026-02-18T08:15:45Z</dcterms:created>
  <dcterms:modified xsi:type="dcterms:W3CDTF">2026-02-18T08:15:45Z</dcterms:modified>
</cp:coreProperties>
</file>